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B61E61-8FB2-CE41-73A2-D18C7201AEBA}" name="Beckerle, Mike" initials="MB" userId="S::mbeckerle@owlcyberdefense.com::41155a9a-513c-4288-9ceb-5c90f574ab21" providerId="AD"/>
  <p188:author id="{244309C5-15C3-A979-A70C-136C3B0AC25A}" name="Sood, Harinder" initials="SH" userId="S::hsood@owlcyberdefense.com::0ec8c5c7-03d2-48d0-9195-1c9ef9f6dae3" providerId="AD"/>
</p188:authorLst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font" Target="fonts/font2.fntdata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0" Type="http://schemas.openxmlformats.org/officeDocument/2006/relationships/font" Target="fonts/font3.fntdata"/><Relationship Id="rId95" Type="http://schemas.openxmlformats.org/officeDocument/2006/relationships/tableStyles" Target="tableStyles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font" Target="fonts/font1.fntdata"/><Relationship Id="rId91" Type="http://schemas.openxmlformats.org/officeDocument/2006/relationships/font" Target="fonts/font4.fntdata"/><Relationship Id="rId9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notesMaster" Target="notesMasters/notesMaster1.xml"/><Relationship Id="rId9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microsoft.com/office/2018/10/relationships/authors" Target="author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handoutMaster" Target="handoutMasters/handoutMaster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ckerle, Mike" userId="41155a9a-513c-4288-9ceb-5c90f574ab21" providerId="ADAL" clId="{93EA92E5-423E-4026-A29C-DC3240D7B59D}"/>
    <pc:docChg chg="custSel addSld delSld modSld delSection modSection">
      <pc:chgData name="Beckerle, Mike" userId="41155a9a-513c-4288-9ceb-5c90f574ab21" providerId="ADAL" clId="{93EA92E5-423E-4026-A29C-DC3240D7B59D}" dt="2025-11-24T21:53:26.328" v="313" actId="20577"/>
      <pc:docMkLst>
        <pc:docMk/>
      </pc:docMkLst>
      <pc:sldChg chg="modSp add mod setBg">
        <pc:chgData name="Beckerle, Mike" userId="41155a9a-513c-4288-9ceb-5c90f574ab21" providerId="ADAL" clId="{93EA92E5-423E-4026-A29C-DC3240D7B59D}" dt="2025-11-19T22:37:25.945" v="80" actId="14100"/>
        <pc:sldMkLst>
          <pc:docMk/>
          <pc:sldMk cId="2289727578" sldId="256"/>
        </pc:sldMkLst>
        <pc:spChg chg="mod">
          <ac:chgData name="Beckerle, Mike" userId="41155a9a-513c-4288-9ceb-5c90f574ab21" providerId="ADAL" clId="{93EA92E5-423E-4026-A29C-DC3240D7B59D}" dt="2025-11-19T22:37:25.945" v="80" actId="14100"/>
          <ac:spMkLst>
            <pc:docMk/>
            <pc:sldMk cId="2289727578" sldId="256"/>
            <ac:spMk id="2" creationId="{00000000-0000-0000-0000-000000000000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1272040667" sldId="257"/>
        </pc:sldMkLst>
      </pc:sldChg>
      <pc:sldChg chg="modSp add mod">
        <pc:chgData name="Beckerle, Mike" userId="41155a9a-513c-4288-9ceb-5c90f574ab21" providerId="ADAL" clId="{93EA92E5-423E-4026-A29C-DC3240D7B59D}" dt="2025-11-19T22:35:06.114" v="47" actId="27636"/>
        <pc:sldMkLst>
          <pc:docMk/>
          <pc:sldMk cId="2627139773" sldId="258"/>
        </pc:sldMkLst>
        <pc:spChg chg="mod">
          <ac:chgData name="Beckerle, Mike" userId="41155a9a-513c-4288-9ceb-5c90f574ab21" providerId="ADAL" clId="{93EA92E5-423E-4026-A29C-DC3240D7B59D}" dt="2025-11-19T22:35:06.114" v="47" actId="27636"/>
          <ac:spMkLst>
            <pc:docMk/>
            <pc:sldMk cId="2627139773" sldId="258"/>
            <ac:spMk id="18" creationId="{CE2481E3-17AA-4F1A-9D2E-9DD060029B21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0" sldId="259"/>
        </pc:sldMkLst>
      </pc:sldChg>
      <pc:sldChg chg="modSp add mod">
        <pc:chgData name="Beckerle, Mike" userId="41155a9a-513c-4288-9ceb-5c90f574ab21" providerId="ADAL" clId="{93EA92E5-423E-4026-A29C-DC3240D7B59D}" dt="2025-11-19T22:35:06.058" v="40" actId="27636"/>
        <pc:sldMkLst>
          <pc:docMk/>
          <pc:sldMk cId="2741896735" sldId="262"/>
        </pc:sldMkLst>
        <pc:spChg chg="mod">
          <ac:chgData name="Beckerle, Mike" userId="41155a9a-513c-4288-9ceb-5c90f574ab21" providerId="ADAL" clId="{93EA92E5-423E-4026-A29C-DC3240D7B59D}" dt="2025-11-19T22:35:06.058" v="40" actId="27636"/>
          <ac:spMkLst>
            <pc:docMk/>
            <pc:sldMk cId="2741896735" sldId="262"/>
            <ac:spMk id="3" creationId="{355C97F1-9BB0-9643-80C6-44CB50DDC2DB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378" v="70" actId="27636"/>
        <pc:sldMkLst>
          <pc:docMk/>
          <pc:sldMk cId="1192222905" sldId="264"/>
        </pc:sldMkLst>
        <pc:spChg chg="mod">
          <ac:chgData name="Beckerle, Mike" userId="41155a9a-513c-4288-9ceb-5c90f574ab21" providerId="ADAL" clId="{93EA92E5-423E-4026-A29C-DC3240D7B59D}" dt="2025-11-19T22:35:06.378" v="70" actId="27636"/>
          <ac:spMkLst>
            <pc:docMk/>
            <pc:sldMk cId="1192222905" sldId="264"/>
            <ac:spMk id="4" creationId="{C42D2E77-44B8-96F7-EA3B-5E0957E3E759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61074740" sldId="265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2294183319" sldId="270"/>
        </pc:sldMkLst>
      </pc:sldChg>
      <pc:sldChg chg="modSp add mod">
        <pc:chgData name="Beckerle, Mike" userId="41155a9a-513c-4288-9ceb-5c90f574ab21" providerId="ADAL" clId="{93EA92E5-423E-4026-A29C-DC3240D7B59D}" dt="2025-11-19T22:35:06.395" v="72" actId="27636"/>
        <pc:sldMkLst>
          <pc:docMk/>
          <pc:sldMk cId="18678366" sldId="271"/>
        </pc:sldMkLst>
        <pc:spChg chg="mod">
          <ac:chgData name="Beckerle, Mike" userId="41155a9a-513c-4288-9ceb-5c90f574ab21" providerId="ADAL" clId="{93EA92E5-423E-4026-A29C-DC3240D7B59D}" dt="2025-11-19T22:35:06.395" v="72" actId="27636"/>
          <ac:spMkLst>
            <pc:docMk/>
            <pc:sldMk cId="18678366" sldId="271"/>
            <ac:spMk id="5" creationId="{EAACEBF4-363C-4F45-B3A1-CD6655CDBE2C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865273889" sldId="272"/>
        </pc:sldMkLst>
      </pc:sldChg>
      <pc:sldChg chg="modSp add mod">
        <pc:chgData name="Beckerle, Mike" userId="41155a9a-513c-4288-9ceb-5c90f574ab21" providerId="ADAL" clId="{93EA92E5-423E-4026-A29C-DC3240D7B59D}" dt="2025-11-19T22:35:06.403" v="73" actId="27636"/>
        <pc:sldMkLst>
          <pc:docMk/>
          <pc:sldMk cId="0" sldId="273"/>
        </pc:sldMkLst>
        <pc:spChg chg="mod">
          <ac:chgData name="Beckerle, Mike" userId="41155a9a-513c-4288-9ceb-5c90f574ab21" providerId="ADAL" clId="{93EA92E5-423E-4026-A29C-DC3240D7B59D}" dt="2025-11-19T22:35:06.403" v="73" actId="27636"/>
          <ac:spMkLst>
            <pc:docMk/>
            <pc:sldMk cId="0" sldId="273"/>
            <ac:spMk id="5" creationId="{A144DA21-80F6-48DF-A88E-42BD8F37B1CE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413" v="74" actId="27636"/>
        <pc:sldMkLst>
          <pc:docMk/>
          <pc:sldMk cId="1449276690" sldId="391"/>
        </pc:sldMkLst>
        <pc:spChg chg="mod">
          <ac:chgData name="Beckerle, Mike" userId="41155a9a-513c-4288-9ceb-5c90f574ab21" providerId="ADAL" clId="{93EA92E5-423E-4026-A29C-DC3240D7B59D}" dt="2025-11-19T22:35:06.413" v="74" actId="27636"/>
          <ac:spMkLst>
            <pc:docMk/>
            <pc:sldMk cId="1449276690" sldId="391"/>
            <ac:spMk id="3" creationId="{F7BE9939-42CB-4D8A-B361-2605939AFDB1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835721771" sldId="395"/>
        </pc:sldMkLst>
      </pc:sldChg>
      <pc:sldChg chg="modSp add mod">
        <pc:chgData name="Beckerle, Mike" userId="41155a9a-513c-4288-9ceb-5c90f574ab21" providerId="ADAL" clId="{93EA92E5-423E-4026-A29C-DC3240D7B59D}" dt="2025-11-19T22:35:05.956" v="33" actId="27636"/>
        <pc:sldMkLst>
          <pc:docMk/>
          <pc:sldMk cId="2737020384" sldId="396"/>
        </pc:sldMkLst>
        <pc:spChg chg="mod">
          <ac:chgData name="Beckerle, Mike" userId="41155a9a-513c-4288-9ceb-5c90f574ab21" providerId="ADAL" clId="{93EA92E5-423E-4026-A29C-DC3240D7B59D}" dt="2025-11-19T22:35:05.956" v="33" actId="27636"/>
          <ac:spMkLst>
            <pc:docMk/>
            <pc:sldMk cId="2737020384" sldId="396"/>
            <ac:spMk id="2" creationId="{B0991D17-63CF-42A0-A03E-736DA156A928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5.919" v="31" actId="27636"/>
        <pc:sldMkLst>
          <pc:docMk/>
          <pc:sldMk cId="1521129787" sldId="398"/>
        </pc:sldMkLst>
        <pc:spChg chg="mod">
          <ac:chgData name="Beckerle, Mike" userId="41155a9a-513c-4288-9ceb-5c90f574ab21" providerId="ADAL" clId="{93EA92E5-423E-4026-A29C-DC3240D7B59D}" dt="2025-11-19T22:35:05.919" v="31" actId="27636"/>
          <ac:spMkLst>
            <pc:docMk/>
            <pc:sldMk cId="1521129787" sldId="398"/>
            <ac:spMk id="2" creationId="{E2DD4255-7E67-4768-B59B-08B248653F49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5.980" v="35" actId="27636"/>
        <pc:sldMkLst>
          <pc:docMk/>
          <pc:sldMk cId="4122106485" sldId="399"/>
        </pc:sldMkLst>
        <pc:spChg chg="mod">
          <ac:chgData name="Beckerle, Mike" userId="41155a9a-513c-4288-9ceb-5c90f574ab21" providerId="ADAL" clId="{93EA92E5-423E-4026-A29C-DC3240D7B59D}" dt="2025-11-19T22:35:05.980" v="35" actId="27636"/>
          <ac:spMkLst>
            <pc:docMk/>
            <pc:sldMk cId="4122106485" sldId="399"/>
            <ac:spMk id="2" creationId="{629C01A2-C19C-4083-A3CE-6F8686515C3D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144669134" sldId="400"/>
        </pc:sldMkLst>
      </pc:sldChg>
      <pc:sldChg chg="modSp add mod">
        <pc:chgData name="Beckerle, Mike" userId="41155a9a-513c-4288-9ceb-5c90f574ab21" providerId="ADAL" clId="{93EA92E5-423E-4026-A29C-DC3240D7B59D}" dt="2025-11-19T22:35:05.991" v="36" actId="27636"/>
        <pc:sldMkLst>
          <pc:docMk/>
          <pc:sldMk cId="356701588" sldId="401"/>
        </pc:sldMkLst>
        <pc:spChg chg="mod">
          <ac:chgData name="Beckerle, Mike" userId="41155a9a-513c-4288-9ceb-5c90f574ab21" providerId="ADAL" clId="{93EA92E5-423E-4026-A29C-DC3240D7B59D}" dt="2025-11-19T22:35:05.991" v="36" actId="27636"/>
          <ac:spMkLst>
            <pc:docMk/>
            <pc:sldMk cId="356701588" sldId="401"/>
            <ac:spMk id="2" creationId="{0F548DEE-9504-4586-A386-E7D844E9895A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088" v="44" actId="27636"/>
        <pc:sldMkLst>
          <pc:docMk/>
          <pc:sldMk cId="468110973" sldId="402"/>
        </pc:sldMkLst>
        <pc:spChg chg="mod">
          <ac:chgData name="Beckerle, Mike" userId="41155a9a-513c-4288-9ceb-5c90f574ab21" providerId="ADAL" clId="{93EA92E5-423E-4026-A29C-DC3240D7B59D}" dt="2025-11-19T22:35:06.088" v="44" actId="27636"/>
          <ac:spMkLst>
            <pc:docMk/>
            <pc:sldMk cId="468110973" sldId="402"/>
            <ac:spMk id="5" creationId="{A9CA848B-4305-4B02-BE72-663F60236724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098" v="45" actId="27636"/>
        <pc:sldMkLst>
          <pc:docMk/>
          <pc:sldMk cId="2422279283" sldId="403"/>
        </pc:sldMkLst>
        <pc:spChg chg="mod">
          <ac:chgData name="Beckerle, Mike" userId="41155a9a-513c-4288-9ceb-5c90f574ab21" providerId="ADAL" clId="{93EA92E5-423E-4026-A29C-DC3240D7B59D}" dt="2025-11-19T22:35:06.098" v="45" actId="27636"/>
          <ac:spMkLst>
            <pc:docMk/>
            <pc:sldMk cId="2422279283" sldId="403"/>
            <ac:spMk id="2" creationId="{DF71BCBB-1F26-4E26-8919-9434140D2165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120" v="48" actId="27636"/>
        <pc:sldMkLst>
          <pc:docMk/>
          <pc:sldMk cId="1131150247" sldId="404"/>
        </pc:sldMkLst>
        <pc:spChg chg="mod">
          <ac:chgData name="Beckerle, Mike" userId="41155a9a-513c-4288-9ceb-5c90f574ab21" providerId="ADAL" clId="{93EA92E5-423E-4026-A29C-DC3240D7B59D}" dt="2025-11-19T22:35:06.120" v="48" actId="27636"/>
          <ac:spMkLst>
            <pc:docMk/>
            <pc:sldMk cId="1131150247" sldId="404"/>
            <ac:spMk id="6" creationId="{8F0DD465-71C2-415E-952B-D8F2EDD69B59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1468829200" sldId="406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976569520" sldId="407"/>
        </pc:sldMkLst>
      </pc:sldChg>
      <pc:sldChg chg="modSp add mod">
        <pc:chgData name="Beckerle, Mike" userId="41155a9a-513c-4288-9ceb-5c90f574ab21" providerId="ADAL" clId="{93EA92E5-423E-4026-A29C-DC3240D7B59D}" dt="2025-11-19T22:35:06.147" v="50" actId="27636"/>
        <pc:sldMkLst>
          <pc:docMk/>
          <pc:sldMk cId="494077492" sldId="408"/>
        </pc:sldMkLst>
        <pc:spChg chg="mod">
          <ac:chgData name="Beckerle, Mike" userId="41155a9a-513c-4288-9ceb-5c90f574ab21" providerId="ADAL" clId="{93EA92E5-423E-4026-A29C-DC3240D7B59D}" dt="2025-11-19T22:35:06.147" v="50" actId="27636"/>
          <ac:spMkLst>
            <pc:docMk/>
            <pc:sldMk cId="494077492" sldId="408"/>
            <ac:spMk id="2" creationId="{6A09F697-713F-40AC-9D5F-9D57277615D8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164" v="51" actId="27636"/>
        <pc:sldMkLst>
          <pc:docMk/>
          <pc:sldMk cId="516760698" sldId="409"/>
        </pc:sldMkLst>
        <pc:spChg chg="mod">
          <ac:chgData name="Beckerle, Mike" userId="41155a9a-513c-4288-9ceb-5c90f574ab21" providerId="ADAL" clId="{93EA92E5-423E-4026-A29C-DC3240D7B59D}" dt="2025-11-19T22:35:06.164" v="51" actId="27636"/>
          <ac:spMkLst>
            <pc:docMk/>
            <pc:sldMk cId="516760698" sldId="409"/>
            <ac:spMk id="2" creationId="{4FC8E139-7C71-4BE9-B42D-201602F8237A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1610136123" sldId="410"/>
        </pc:sldMkLst>
      </pc:sldChg>
      <pc:sldChg chg="modSp add mod">
        <pc:chgData name="Beckerle, Mike" userId="41155a9a-513c-4288-9ceb-5c90f574ab21" providerId="ADAL" clId="{93EA92E5-423E-4026-A29C-DC3240D7B59D}" dt="2025-11-19T22:35:06.181" v="53" actId="27636"/>
        <pc:sldMkLst>
          <pc:docMk/>
          <pc:sldMk cId="3447032515" sldId="411"/>
        </pc:sldMkLst>
        <pc:spChg chg="mod">
          <ac:chgData name="Beckerle, Mike" userId="41155a9a-513c-4288-9ceb-5c90f574ab21" providerId="ADAL" clId="{93EA92E5-423E-4026-A29C-DC3240D7B59D}" dt="2025-11-19T22:35:06.181" v="53" actId="27636"/>
          <ac:spMkLst>
            <pc:docMk/>
            <pc:sldMk cId="3447032515" sldId="411"/>
            <ac:spMk id="2" creationId="{AEAA25C4-BC43-4760-9318-246573B64A32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1843487419" sldId="412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2448655036" sldId="414"/>
        </pc:sldMkLst>
      </pc:sldChg>
      <pc:sldChg chg="modSp add mod">
        <pc:chgData name="Beckerle, Mike" userId="41155a9a-513c-4288-9ceb-5c90f574ab21" providerId="ADAL" clId="{93EA92E5-423E-4026-A29C-DC3240D7B59D}" dt="2025-11-19T22:35:06.217" v="56" actId="27636"/>
        <pc:sldMkLst>
          <pc:docMk/>
          <pc:sldMk cId="4190098253" sldId="415"/>
        </pc:sldMkLst>
        <pc:spChg chg="mod">
          <ac:chgData name="Beckerle, Mike" userId="41155a9a-513c-4288-9ceb-5c90f574ab21" providerId="ADAL" clId="{93EA92E5-423E-4026-A29C-DC3240D7B59D}" dt="2025-11-19T22:35:06.217" v="56" actId="27636"/>
          <ac:spMkLst>
            <pc:docMk/>
            <pc:sldMk cId="4190098253" sldId="415"/>
            <ac:spMk id="2" creationId="{E8A1100D-7F49-4DA0-BEB3-5FB99DD29D69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1344904210" sldId="656"/>
        </pc:sldMkLst>
      </pc:sldChg>
      <pc:sldChg chg="modSp add mod">
        <pc:chgData name="Beckerle, Mike" userId="41155a9a-513c-4288-9ceb-5c90f574ab21" providerId="ADAL" clId="{93EA92E5-423E-4026-A29C-DC3240D7B59D}" dt="2025-11-19T22:39:10.406" v="81" actId="14100"/>
        <pc:sldMkLst>
          <pc:docMk/>
          <pc:sldMk cId="3066785618" sldId="657"/>
        </pc:sldMkLst>
        <pc:spChg chg="mod">
          <ac:chgData name="Beckerle, Mike" userId="41155a9a-513c-4288-9ceb-5c90f574ab21" providerId="ADAL" clId="{93EA92E5-423E-4026-A29C-DC3240D7B59D}" dt="2025-11-19T22:39:10.406" v="81" actId="14100"/>
          <ac:spMkLst>
            <pc:docMk/>
            <pc:sldMk cId="3066785618" sldId="657"/>
            <ac:spMk id="96" creationId="{00000000-0000-0000-0000-000000000000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046" v="39" actId="27636"/>
        <pc:sldMkLst>
          <pc:docMk/>
          <pc:sldMk cId="1041829088" sldId="658"/>
        </pc:sldMkLst>
        <pc:spChg chg="mod">
          <ac:chgData name="Beckerle, Mike" userId="41155a9a-513c-4288-9ceb-5c90f574ab21" providerId="ADAL" clId="{93EA92E5-423E-4026-A29C-DC3240D7B59D}" dt="2025-11-19T22:35:06.046" v="39" actId="27636"/>
          <ac:spMkLst>
            <pc:docMk/>
            <pc:sldMk cId="1041829088" sldId="658"/>
            <ac:spMk id="6" creationId="{F9615C40-6685-3E99-EE14-C899AD81A0E6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069" v="41" actId="27636"/>
        <pc:sldMkLst>
          <pc:docMk/>
          <pc:sldMk cId="1747301831" sldId="659"/>
        </pc:sldMkLst>
        <pc:spChg chg="mod">
          <ac:chgData name="Beckerle, Mike" userId="41155a9a-513c-4288-9ceb-5c90f574ab21" providerId="ADAL" clId="{93EA92E5-423E-4026-A29C-DC3240D7B59D}" dt="2025-11-19T22:35:06.069" v="41" actId="27636"/>
          <ac:spMkLst>
            <pc:docMk/>
            <pc:sldMk cId="1747301831" sldId="659"/>
            <ac:spMk id="8" creationId="{BDF34C7D-5181-1445-3786-6D8C087C2EF5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080" v="43" actId="27636"/>
        <pc:sldMkLst>
          <pc:docMk/>
          <pc:sldMk cId="3125038619" sldId="660"/>
        </pc:sldMkLst>
        <pc:spChg chg="mod">
          <ac:chgData name="Beckerle, Mike" userId="41155a9a-513c-4288-9ceb-5c90f574ab21" providerId="ADAL" clId="{93EA92E5-423E-4026-A29C-DC3240D7B59D}" dt="2025-11-19T22:35:06.073" v="42" actId="27636"/>
          <ac:spMkLst>
            <pc:docMk/>
            <pc:sldMk cId="3125038619" sldId="660"/>
            <ac:spMk id="7" creationId="{61592AA5-FAE7-46C5-B2EF-4822ED6542C5}"/>
          </ac:spMkLst>
        </pc:spChg>
        <pc:spChg chg="mod">
          <ac:chgData name="Beckerle, Mike" userId="41155a9a-513c-4288-9ceb-5c90f574ab21" providerId="ADAL" clId="{93EA92E5-423E-4026-A29C-DC3240D7B59D}" dt="2025-11-19T22:35:06.080" v="43" actId="27636"/>
          <ac:spMkLst>
            <pc:docMk/>
            <pc:sldMk cId="3125038619" sldId="660"/>
            <ac:spMk id="8" creationId="{266593FA-61EB-BFC2-74F5-3496EF47863A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765066206" sldId="661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460110916" sldId="662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824196456" sldId="663"/>
        </pc:sldMkLst>
      </pc:sldChg>
      <pc:sldChg chg="modSp add mod">
        <pc:chgData name="Beckerle, Mike" userId="41155a9a-513c-4288-9ceb-5c90f574ab21" providerId="ADAL" clId="{93EA92E5-423E-4026-A29C-DC3240D7B59D}" dt="2025-11-19T22:35:06.017" v="38" actId="27636"/>
        <pc:sldMkLst>
          <pc:docMk/>
          <pc:sldMk cId="3453821141" sldId="664"/>
        </pc:sldMkLst>
        <pc:spChg chg="mod">
          <ac:chgData name="Beckerle, Mike" userId="41155a9a-513c-4288-9ceb-5c90f574ab21" providerId="ADAL" clId="{93EA92E5-423E-4026-A29C-DC3240D7B59D}" dt="2025-11-19T22:35:06.017" v="38" actId="27636"/>
          <ac:spMkLst>
            <pc:docMk/>
            <pc:sldMk cId="3453821141" sldId="664"/>
            <ac:spMk id="2" creationId="{27CF55F1-5B15-4AAB-9CBF-CA3158542311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999418869" sldId="665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716130685" sldId="666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540061951" sldId="667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1955146876" sldId="668"/>
        </pc:sldMkLst>
      </pc:sldChg>
      <pc:sldChg chg="modSp add mod">
        <pc:chgData name="Beckerle, Mike" userId="41155a9a-513c-4288-9ceb-5c90f574ab21" providerId="ADAL" clId="{93EA92E5-423E-4026-A29C-DC3240D7B59D}" dt="2025-11-19T22:35:05.999" v="37" actId="27636"/>
        <pc:sldMkLst>
          <pc:docMk/>
          <pc:sldMk cId="3194332331" sldId="669"/>
        </pc:sldMkLst>
        <pc:spChg chg="mod">
          <ac:chgData name="Beckerle, Mike" userId="41155a9a-513c-4288-9ceb-5c90f574ab21" providerId="ADAL" clId="{93EA92E5-423E-4026-A29C-DC3240D7B59D}" dt="2025-11-19T22:35:05.999" v="37" actId="27636"/>
          <ac:spMkLst>
            <pc:docMk/>
            <pc:sldMk cId="3194332331" sldId="669"/>
            <ac:spMk id="2" creationId="{0F548DEE-9504-4586-A386-E7D844E9895A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2958310846" sldId="670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095820584" sldId="671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2848991088" sldId="672"/>
        </pc:sldMkLst>
      </pc:sldChg>
      <pc:sldChg chg="modSp add mod">
        <pc:chgData name="Beckerle, Mike" userId="41155a9a-513c-4288-9ceb-5c90f574ab21" providerId="ADAL" clId="{93EA92E5-423E-4026-A29C-DC3240D7B59D}" dt="2025-11-19T22:35:06.168" v="52" actId="27636"/>
        <pc:sldMkLst>
          <pc:docMk/>
          <pc:sldMk cId="3078262354" sldId="673"/>
        </pc:sldMkLst>
        <pc:spChg chg="mod">
          <ac:chgData name="Beckerle, Mike" userId="41155a9a-513c-4288-9ceb-5c90f574ab21" providerId="ADAL" clId="{93EA92E5-423E-4026-A29C-DC3240D7B59D}" dt="2025-11-19T22:35:06.168" v="52" actId="27636"/>
          <ac:spMkLst>
            <pc:docMk/>
            <pc:sldMk cId="3078262354" sldId="673"/>
            <ac:spMk id="2" creationId="{C1F2E22B-77A9-461A-BBB8-721C61990F41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331134234" sldId="674"/>
        </pc:sldMkLst>
      </pc:sldChg>
      <pc:sldChg chg="modSp add mod">
        <pc:chgData name="Beckerle, Mike" userId="41155a9a-513c-4288-9ceb-5c90f574ab21" providerId="ADAL" clId="{93EA92E5-423E-4026-A29C-DC3240D7B59D}" dt="2025-11-19T22:35:05.933" v="32" actId="27636"/>
        <pc:sldMkLst>
          <pc:docMk/>
          <pc:sldMk cId="1369301799" sldId="676"/>
        </pc:sldMkLst>
        <pc:spChg chg="mod">
          <ac:chgData name="Beckerle, Mike" userId="41155a9a-513c-4288-9ceb-5c90f574ab21" providerId="ADAL" clId="{93EA92E5-423E-4026-A29C-DC3240D7B59D}" dt="2025-11-19T22:35:05.933" v="32" actId="27636"/>
          <ac:spMkLst>
            <pc:docMk/>
            <pc:sldMk cId="1369301799" sldId="676"/>
            <ac:spMk id="7" creationId="{529221AB-EB93-435D-8FEE-C69768F9D526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5.962" v="34" actId="27636"/>
        <pc:sldMkLst>
          <pc:docMk/>
          <pc:sldMk cId="3862995962" sldId="696"/>
        </pc:sldMkLst>
        <pc:spChg chg="mod">
          <ac:chgData name="Beckerle, Mike" userId="41155a9a-513c-4288-9ceb-5c90f574ab21" providerId="ADAL" clId="{93EA92E5-423E-4026-A29C-DC3240D7B59D}" dt="2025-11-19T22:35:05.962" v="34" actId="27636"/>
          <ac:spMkLst>
            <pc:docMk/>
            <pc:sldMk cId="3862995962" sldId="696"/>
            <ac:spMk id="2" creationId="{B0991D17-63CF-42A0-A03E-736DA156A928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4292402744" sldId="697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2774650224" sldId="698"/>
        </pc:sldMkLst>
      </pc:sldChg>
      <pc:sldChg chg="modSp add mod">
        <pc:chgData name="Beckerle, Mike" userId="41155a9a-513c-4288-9ceb-5c90f574ab21" providerId="ADAL" clId="{93EA92E5-423E-4026-A29C-DC3240D7B59D}" dt="2025-11-19T22:35:05.600" v="3" actId="27636"/>
        <pc:sldMkLst>
          <pc:docMk/>
          <pc:sldMk cId="3399746323" sldId="702"/>
        </pc:sldMkLst>
        <pc:spChg chg="mod">
          <ac:chgData name="Beckerle, Mike" userId="41155a9a-513c-4288-9ceb-5c90f574ab21" providerId="ADAL" clId="{93EA92E5-423E-4026-A29C-DC3240D7B59D}" dt="2025-11-19T22:35:05.600" v="3" actId="27636"/>
          <ac:spMkLst>
            <pc:docMk/>
            <pc:sldMk cId="3399746323" sldId="702"/>
            <ac:spMk id="3" creationId="{388B0DF4-73BA-4515-871C-4B65965DDEA1}"/>
          </ac:spMkLst>
        </pc:spChg>
        <pc:spChg chg="mod">
          <ac:chgData name="Beckerle, Mike" userId="41155a9a-513c-4288-9ceb-5c90f574ab21" providerId="ADAL" clId="{93EA92E5-423E-4026-A29C-DC3240D7B59D}" dt="2025-11-19T22:35:05.598" v="2" actId="27636"/>
          <ac:spMkLst>
            <pc:docMk/>
            <pc:sldMk cId="3399746323" sldId="702"/>
            <ac:spMk id="6" creationId="{BFD52119-FC7D-4264-8CA3-F5A7DACEB66A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5.645" v="6" actId="27636"/>
        <pc:sldMkLst>
          <pc:docMk/>
          <pc:sldMk cId="1925634965" sldId="703"/>
        </pc:sldMkLst>
        <pc:spChg chg="mod">
          <ac:chgData name="Beckerle, Mike" userId="41155a9a-513c-4288-9ceb-5c90f574ab21" providerId="ADAL" clId="{93EA92E5-423E-4026-A29C-DC3240D7B59D}" dt="2025-11-19T22:35:05.645" v="5" actId="27636"/>
          <ac:spMkLst>
            <pc:docMk/>
            <pc:sldMk cId="1925634965" sldId="703"/>
            <ac:spMk id="3" creationId="{388B0DF4-73BA-4515-871C-4B65965DDEA1}"/>
          </ac:spMkLst>
        </pc:spChg>
        <pc:spChg chg="mod">
          <ac:chgData name="Beckerle, Mike" userId="41155a9a-513c-4288-9ceb-5c90f574ab21" providerId="ADAL" clId="{93EA92E5-423E-4026-A29C-DC3240D7B59D}" dt="2025-11-19T22:35:05.645" v="6" actId="27636"/>
          <ac:spMkLst>
            <pc:docMk/>
            <pc:sldMk cId="1925634965" sldId="703"/>
            <ac:spMk id="6" creationId="{BFD52119-FC7D-4264-8CA3-F5A7DACEB66A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627824081" sldId="707"/>
        </pc:sldMkLst>
      </pc:sldChg>
      <pc:sldChg chg="modSp add mod">
        <pc:chgData name="Beckerle, Mike" userId="41155a9a-513c-4288-9ceb-5c90f574ab21" providerId="ADAL" clId="{93EA92E5-423E-4026-A29C-DC3240D7B59D}" dt="2025-11-19T22:35:06.231" v="57" actId="27636"/>
        <pc:sldMkLst>
          <pc:docMk/>
          <pc:sldMk cId="4049291114" sldId="708"/>
        </pc:sldMkLst>
        <pc:spChg chg="mod">
          <ac:chgData name="Beckerle, Mike" userId="41155a9a-513c-4288-9ceb-5c90f574ab21" providerId="ADAL" clId="{93EA92E5-423E-4026-A29C-DC3240D7B59D}" dt="2025-11-19T22:35:06.231" v="57" actId="27636"/>
          <ac:spMkLst>
            <pc:docMk/>
            <pc:sldMk cId="4049291114" sldId="708"/>
            <ac:spMk id="7" creationId="{1DFF39A6-D93D-058C-0CDA-E26E2C25F5D4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5.549" v="1" actId="27636"/>
        <pc:sldMkLst>
          <pc:docMk/>
          <pc:sldMk cId="3479980016" sldId="709"/>
        </pc:sldMkLst>
        <pc:spChg chg="mod">
          <ac:chgData name="Beckerle, Mike" userId="41155a9a-513c-4288-9ceb-5c90f574ab21" providerId="ADAL" clId="{93EA92E5-423E-4026-A29C-DC3240D7B59D}" dt="2025-11-19T22:35:05.549" v="1" actId="27636"/>
          <ac:spMkLst>
            <pc:docMk/>
            <pc:sldMk cId="3479980016" sldId="709"/>
            <ac:spMk id="8" creationId="{876D36AA-558C-5050-ABFF-2B51F51D2BF6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901194083" sldId="713"/>
        </pc:sldMkLst>
      </pc:sldChg>
      <pc:sldChg chg="modSp add mod">
        <pc:chgData name="Beckerle, Mike" userId="41155a9a-513c-4288-9ceb-5c90f574ab21" providerId="ADAL" clId="{93EA92E5-423E-4026-A29C-DC3240D7B59D}" dt="2025-11-24T21:53:26.328" v="313" actId="20577"/>
        <pc:sldMkLst>
          <pc:docMk/>
          <pc:sldMk cId="1040463608" sldId="715"/>
        </pc:sldMkLst>
        <pc:spChg chg="mod">
          <ac:chgData name="Beckerle, Mike" userId="41155a9a-513c-4288-9ceb-5c90f574ab21" providerId="ADAL" clId="{93EA92E5-423E-4026-A29C-DC3240D7B59D}" dt="2025-11-24T21:53:26.328" v="313" actId="20577"/>
          <ac:spMkLst>
            <pc:docMk/>
            <pc:sldMk cId="1040463608" sldId="715"/>
            <ac:spMk id="3" creationId="{ABC8D2A6-CF07-4F40-B64D-D65D4C85366B}"/>
          </ac:spMkLst>
        </pc:spChg>
        <pc:spChg chg="mod">
          <ac:chgData name="Beckerle, Mike" userId="41155a9a-513c-4288-9ceb-5c90f574ab21" providerId="ADAL" clId="{93EA92E5-423E-4026-A29C-DC3240D7B59D}" dt="2025-11-24T21:52:57.806" v="307" actId="207"/>
          <ac:spMkLst>
            <pc:docMk/>
            <pc:sldMk cId="1040463608" sldId="715"/>
            <ac:spMk id="4" creationId="{DC70F61D-7C36-462F-54A4-44A20C85B100}"/>
          </ac:spMkLst>
        </pc:spChg>
        <pc:spChg chg="mod">
          <ac:chgData name="Beckerle, Mike" userId="41155a9a-513c-4288-9ceb-5c90f574ab21" providerId="ADAL" clId="{93EA92E5-423E-4026-A29C-DC3240D7B59D}" dt="2025-11-24T21:52:57.806" v="307" actId="207"/>
          <ac:spMkLst>
            <pc:docMk/>
            <pc:sldMk cId="1040463608" sldId="715"/>
            <ac:spMk id="5" creationId="{3C866645-D980-D912-1BBB-3EEEA952F585}"/>
          </ac:spMkLst>
        </pc:spChg>
      </pc:sldChg>
      <pc:sldChg chg="modSp add mod">
        <pc:chgData name="Beckerle, Mike" userId="41155a9a-513c-4288-9ceb-5c90f574ab21" providerId="ADAL" clId="{93EA92E5-423E-4026-A29C-DC3240D7B59D}" dt="2025-11-24T21:52:19.034" v="300" actId="207"/>
        <pc:sldMkLst>
          <pc:docMk/>
          <pc:sldMk cId="71910208" sldId="716"/>
        </pc:sldMkLst>
        <pc:spChg chg="mod">
          <ac:chgData name="Beckerle, Mike" userId="41155a9a-513c-4288-9ceb-5c90f574ab21" providerId="ADAL" clId="{93EA92E5-423E-4026-A29C-DC3240D7B59D}" dt="2025-11-24T21:47:28.278" v="289" actId="113"/>
          <ac:spMkLst>
            <pc:docMk/>
            <pc:sldMk cId="71910208" sldId="716"/>
            <ac:spMk id="3" creationId="{ABC8D2A6-CF07-4F40-B64D-D65D4C85366B}"/>
          </ac:spMkLst>
        </pc:spChg>
        <pc:spChg chg="mod">
          <ac:chgData name="Beckerle, Mike" userId="41155a9a-513c-4288-9ceb-5c90f574ab21" providerId="ADAL" clId="{93EA92E5-423E-4026-A29C-DC3240D7B59D}" dt="2025-11-24T21:52:19.034" v="300" actId="207"/>
          <ac:spMkLst>
            <pc:docMk/>
            <pc:sldMk cId="71910208" sldId="716"/>
            <ac:spMk id="4" creationId="{DC70F61D-7C36-462F-54A4-44A20C85B100}"/>
          </ac:spMkLst>
        </pc:spChg>
        <pc:spChg chg="mod">
          <ac:chgData name="Beckerle, Mike" userId="41155a9a-513c-4288-9ceb-5c90f574ab21" providerId="ADAL" clId="{93EA92E5-423E-4026-A29C-DC3240D7B59D}" dt="2025-11-24T21:52:11.602" v="299" actId="207"/>
          <ac:spMkLst>
            <pc:docMk/>
            <pc:sldMk cId="71910208" sldId="716"/>
            <ac:spMk id="5" creationId="{3C866645-D980-D912-1BBB-3EEEA952F585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189" v="54" actId="27636"/>
        <pc:sldMkLst>
          <pc:docMk/>
          <pc:sldMk cId="1978357908" sldId="717"/>
        </pc:sldMkLst>
        <pc:spChg chg="mod">
          <ac:chgData name="Beckerle, Mike" userId="41155a9a-513c-4288-9ceb-5c90f574ab21" providerId="ADAL" clId="{93EA92E5-423E-4026-A29C-DC3240D7B59D}" dt="2025-11-19T22:35:06.189" v="54" actId="27636"/>
          <ac:spMkLst>
            <pc:docMk/>
            <pc:sldMk cId="1978357908" sldId="717"/>
            <ac:spMk id="2" creationId="{AEAA25C4-BC43-4760-9318-246573B64A32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205" v="55" actId="27636"/>
        <pc:sldMkLst>
          <pc:docMk/>
          <pc:sldMk cId="3181887775" sldId="718"/>
        </pc:sldMkLst>
        <pc:spChg chg="mod">
          <ac:chgData name="Beckerle, Mike" userId="41155a9a-513c-4288-9ceb-5c90f574ab21" providerId="ADAL" clId="{93EA92E5-423E-4026-A29C-DC3240D7B59D}" dt="2025-11-19T22:35:06.205" v="55" actId="27636"/>
          <ac:spMkLst>
            <pc:docMk/>
            <pc:sldMk cId="3181887775" sldId="718"/>
            <ac:spMk id="7" creationId="{1C5B6443-32C0-4A43-2085-F74F78B276CB}"/>
          </ac:spMkLst>
        </pc:spChg>
      </pc:sldChg>
      <pc:sldChg chg="modSp add mod">
        <pc:chgData name="Beckerle, Mike" userId="41155a9a-513c-4288-9ceb-5c90f574ab21" providerId="ADAL" clId="{93EA92E5-423E-4026-A29C-DC3240D7B59D}" dt="2025-11-19T22:41:23.212" v="84" actId="404"/>
        <pc:sldMkLst>
          <pc:docMk/>
          <pc:sldMk cId="2644343988" sldId="719"/>
        </pc:sldMkLst>
        <pc:spChg chg="mod">
          <ac:chgData name="Beckerle, Mike" userId="41155a9a-513c-4288-9ceb-5c90f574ab21" providerId="ADAL" clId="{93EA92E5-423E-4026-A29C-DC3240D7B59D}" dt="2025-11-19T22:41:23.212" v="84" actId="404"/>
          <ac:spMkLst>
            <pc:docMk/>
            <pc:sldMk cId="2644343988" sldId="719"/>
            <ac:spMk id="7" creationId="{A3EF09D6-8692-471E-76A2-3BC95C681CDD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2815978761" sldId="720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273319299" sldId="721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2824161559" sldId="725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2089402365" sldId="729"/>
        </pc:sldMkLst>
      </pc:sldChg>
      <pc:sldChg chg="modSp add mod">
        <pc:chgData name="Beckerle, Mike" userId="41155a9a-513c-4288-9ceb-5c90f574ab21" providerId="ADAL" clId="{93EA92E5-423E-4026-A29C-DC3240D7B59D}" dt="2025-11-19T22:35:06.244" v="58" actId="27636"/>
        <pc:sldMkLst>
          <pc:docMk/>
          <pc:sldMk cId="1862488325" sldId="730"/>
        </pc:sldMkLst>
        <pc:spChg chg="mod">
          <ac:chgData name="Beckerle, Mike" userId="41155a9a-513c-4288-9ceb-5c90f574ab21" providerId="ADAL" clId="{93EA92E5-423E-4026-A29C-DC3240D7B59D}" dt="2025-11-19T22:35:06.244" v="58" actId="27636"/>
          <ac:spMkLst>
            <pc:docMk/>
            <pc:sldMk cId="1862488325" sldId="730"/>
            <ac:spMk id="6" creationId="{78405D0D-11FB-4F7A-5B44-1FD34C526A5E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612132407" sldId="731"/>
        </pc:sldMkLst>
      </pc:sldChg>
      <pc:sldChg chg="modSp add mod">
        <pc:chgData name="Beckerle, Mike" userId="41155a9a-513c-4288-9ceb-5c90f574ab21" providerId="ADAL" clId="{93EA92E5-423E-4026-A29C-DC3240D7B59D}" dt="2025-11-19T22:35:06.107" v="46" actId="27636"/>
        <pc:sldMkLst>
          <pc:docMk/>
          <pc:sldMk cId="979797254" sldId="732"/>
        </pc:sldMkLst>
        <pc:spChg chg="mod">
          <ac:chgData name="Beckerle, Mike" userId="41155a9a-513c-4288-9ceb-5c90f574ab21" providerId="ADAL" clId="{93EA92E5-423E-4026-A29C-DC3240D7B59D}" dt="2025-11-19T22:35:06.107" v="46" actId="27636"/>
          <ac:spMkLst>
            <pc:docMk/>
            <pc:sldMk cId="979797254" sldId="732"/>
            <ac:spMk id="6" creationId="{14AE982B-79A5-AC55-B4C9-F5D4ACFF5149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902305267" sldId="735"/>
        </pc:sldMkLst>
      </pc:sldChg>
      <pc:sldChg chg="modSp add mod">
        <pc:chgData name="Beckerle, Mike" userId="41155a9a-513c-4288-9ceb-5c90f574ab21" providerId="ADAL" clId="{93EA92E5-423E-4026-A29C-DC3240D7B59D}" dt="2025-11-19T22:45:37.857" v="130" actId="20577"/>
        <pc:sldMkLst>
          <pc:docMk/>
          <pc:sldMk cId="1076890940" sldId="736"/>
        </pc:sldMkLst>
        <pc:spChg chg="mod">
          <ac:chgData name="Beckerle, Mike" userId="41155a9a-513c-4288-9ceb-5c90f574ab21" providerId="ADAL" clId="{93EA92E5-423E-4026-A29C-DC3240D7B59D}" dt="2025-11-19T22:45:37.857" v="130" actId="20577"/>
          <ac:spMkLst>
            <pc:docMk/>
            <pc:sldMk cId="1076890940" sldId="736"/>
            <ac:spMk id="6" creationId="{BD25C28C-4979-71FB-B1E3-3670377BEC51}"/>
          </ac:spMkLst>
        </pc:spChg>
      </pc:sldChg>
      <pc:sldChg chg="modSp add mod">
        <pc:chgData name="Beckerle, Mike" userId="41155a9a-513c-4288-9ceb-5c90f574ab21" providerId="ADAL" clId="{93EA92E5-423E-4026-A29C-DC3240D7B59D}" dt="2025-11-19T22:54:37.912" v="141" actId="20577"/>
        <pc:sldMkLst>
          <pc:docMk/>
          <pc:sldMk cId="236792272" sldId="739"/>
        </pc:sldMkLst>
        <pc:spChg chg="mod">
          <ac:chgData name="Beckerle, Mike" userId="41155a9a-513c-4288-9ceb-5c90f574ab21" providerId="ADAL" clId="{93EA92E5-423E-4026-A29C-DC3240D7B59D}" dt="2025-11-19T22:54:37.912" v="141" actId="20577"/>
          <ac:spMkLst>
            <pc:docMk/>
            <pc:sldMk cId="236792272" sldId="739"/>
            <ac:spMk id="8" creationId="{876D36AA-558C-5050-ABFF-2B51F51D2BF6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387" v="71" actId="27636"/>
        <pc:sldMkLst>
          <pc:docMk/>
          <pc:sldMk cId="2047190031" sldId="740"/>
        </pc:sldMkLst>
        <pc:spChg chg="mod">
          <ac:chgData name="Beckerle, Mike" userId="41155a9a-513c-4288-9ceb-5c90f574ab21" providerId="ADAL" clId="{93EA92E5-423E-4026-A29C-DC3240D7B59D}" dt="2025-11-19T22:35:06.387" v="71" actId="27636"/>
          <ac:spMkLst>
            <pc:docMk/>
            <pc:sldMk cId="2047190031" sldId="740"/>
            <ac:spMk id="6" creationId="{1FD847EA-43C4-60AB-90E6-C3DD0A5F93B5}"/>
          </ac:spMkLst>
        </pc:spChg>
      </pc:sldChg>
      <pc:sldChg chg="modSp add mod">
        <pc:chgData name="Beckerle, Mike" userId="41155a9a-513c-4288-9ceb-5c90f574ab21" providerId="ADAL" clId="{93EA92E5-423E-4026-A29C-DC3240D7B59D}" dt="2025-11-19T22:35:06.293" v="60" actId="27636"/>
        <pc:sldMkLst>
          <pc:docMk/>
          <pc:sldMk cId="2923551801" sldId="741"/>
        </pc:sldMkLst>
        <pc:spChg chg="mod">
          <ac:chgData name="Beckerle, Mike" userId="41155a9a-513c-4288-9ceb-5c90f574ab21" providerId="ADAL" clId="{93EA92E5-423E-4026-A29C-DC3240D7B59D}" dt="2025-11-19T22:35:06.293" v="60" actId="27636"/>
          <ac:spMkLst>
            <pc:docMk/>
            <pc:sldMk cId="2923551801" sldId="741"/>
            <ac:spMk id="6" creationId="{CE6B4EB0-61A5-0594-9C1F-BFF0C16A321F}"/>
          </ac:spMkLst>
        </pc:spChg>
      </pc:sldChg>
      <pc:sldChg chg="modSp add mod">
        <pc:chgData name="Beckerle, Mike" userId="41155a9a-513c-4288-9ceb-5c90f574ab21" providerId="ADAL" clId="{93EA92E5-423E-4026-A29C-DC3240D7B59D}" dt="2025-11-19T22:43:23.944" v="90" actId="20577"/>
        <pc:sldMkLst>
          <pc:docMk/>
          <pc:sldMk cId="3624926989" sldId="742"/>
        </pc:sldMkLst>
        <pc:spChg chg="mod">
          <ac:chgData name="Beckerle, Mike" userId="41155a9a-513c-4288-9ceb-5c90f574ab21" providerId="ADAL" clId="{93EA92E5-423E-4026-A29C-DC3240D7B59D}" dt="2025-11-19T22:43:23.944" v="90" actId="20577"/>
          <ac:spMkLst>
            <pc:docMk/>
            <pc:sldMk cId="3624926989" sldId="742"/>
            <ac:spMk id="6" creationId="{8375D29C-2211-607E-1E9F-D8259917A58C}"/>
          </ac:spMkLst>
        </pc:spChg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1892338900" sldId="743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963622237" sldId="744"/>
        </pc:sldMkLst>
      </pc:sldChg>
      <pc:sldChg chg="add">
        <pc:chgData name="Beckerle, Mike" userId="41155a9a-513c-4288-9ceb-5c90f574ab21" providerId="ADAL" clId="{93EA92E5-423E-4026-A29C-DC3240D7B59D}" dt="2025-11-19T22:35:05.456" v="0"/>
        <pc:sldMkLst>
          <pc:docMk/>
          <pc:sldMk cId="3018482378" sldId="745"/>
        </pc:sldMkLst>
      </pc:sldChg>
      <pc:sldChg chg="modSp add mod">
        <pc:chgData name="Beckerle, Mike" userId="41155a9a-513c-4288-9ceb-5c90f574ab21" providerId="ADAL" clId="{93EA92E5-423E-4026-A29C-DC3240D7B59D}" dt="2025-11-19T22:35:06.256" v="59" actId="27636"/>
        <pc:sldMkLst>
          <pc:docMk/>
          <pc:sldMk cId="3634278258" sldId="746"/>
        </pc:sldMkLst>
        <pc:spChg chg="mod">
          <ac:chgData name="Beckerle, Mike" userId="41155a9a-513c-4288-9ceb-5c90f574ab21" providerId="ADAL" clId="{93EA92E5-423E-4026-A29C-DC3240D7B59D}" dt="2025-11-19T22:35:06.256" v="59" actId="27636"/>
          <ac:spMkLst>
            <pc:docMk/>
            <pc:sldMk cId="3634278258" sldId="746"/>
            <ac:spMk id="6" creationId="{F286EE7C-9F76-FEFC-CCD7-AF94CE710188}"/>
          </ac:spMkLst>
        </pc:spChg>
      </pc:sldChg>
      <pc:sldMasterChg chg="delSldLayout">
        <pc:chgData name="Beckerle, Mike" userId="41155a9a-513c-4288-9ceb-5c90f574ab21" providerId="ADAL" clId="{93EA92E5-423E-4026-A29C-DC3240D7B59D}" dt="2025-11-19T22:35:19.103" v="75" actId="47"/>
        <pc:sldMasterMkLst>
          <pc:docMk/>
          <pc:sldMasterMk cId="1196855914" sldId="2147483660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CC361A-B8A4-4F6C-911A-E11358BCD833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0014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hyperlink" Target="https://www.apache.org/licenses/LICENSE-2.0" TargetMode="Externa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daffodil.apache.org/presentations/2025-11-13-ASF-Overview-DFDL-v4.0.0.pdf" TargetMode="External"/><Relationship Id="rId7" Type="http://schemas.openxmlformats.org/officeDocument/2006/relationships/hyperlink" Target="http://daffodil.apache.org/tutorials/P-DFDL-Intro-to-XML-Schema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w3schools.com/xml/schema_intro.asp" TargetMode="External"/><Relationship Id="rId5" Type="http://schemas.openxmlformats.org/officeDocument/2006/relationships/hyperlink" Target="http://daffodil.apache.org/tutorials/P-DFDL-Intro-to-XML.pdf" TargetMode="External"/><Relationship Id="rId4" Type="http://schemas.openxmlformats.org/officeDocument/2006/relationships/hyperlink" Target="https://www.w3schools.com/xml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affodil.apache.org/cli/&#8203;" TargetMode="External"/><Relationship Id="rId2" Type="http://schemas.openxmlformats.org/officeDocument/2006/relationships/hyperlink" Target="https://s.apache.org/daffodil-DFDLGeneralFormat.dfdl.xsd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affodil.apache.org/infoset/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.apache.org/daffodil-tdml.xsd" TargetMode="External"/><Relationship Id="rId2" Type="http://schemas.openxmlformats.org/officeDocument/2006/relationships/hyperlink" Target="https://daffodil.apache.org/tdml/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affodil.apache.org/dfdl-layout/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daffodil.apache.org/infoset/#xml-illegal-characters&#8203;" TargetMode="Externa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daffodil.apache.org/unsupported/&#8203;" TargetMode="Externa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pache/daffodil-schema.g8" TargetMode="Externa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beckerle/dfdl-training-ntp-2022-07-28-team1.git" TargetMode="External"/><Relationship Id="rId2" Type="http://schemas.openxmlformats.org/officeDocument/2006/relationships/hyperlink" Target="https://github.com/OpenDFDL/dfdl-training-ntp-2022-07-28-team1.git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git@github.com:mbeckerle/dfdl-training-ntp-2022-07-28-team1.git" TargetMode="Externa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docProps/app.xml><?xml version="1.0" encoding="utf-8"?>
<Properties xmlns="http://schemas.openxmlformats.org/officeDocument/2006/extended-properties" xmlns:vt="http://schemas.openxmlformats.org/officeDocument/2006/docPropsVTypes">
  <Template>ASF-Daffodil-Powerpoint-Template</Template>
  <TotalTime>30</TotalTime>
  <Words>5882</Words>
  <Application>Microsoft Office PowerPoint</Application>
  <PresentationFormat>Widescreen</PresentationFormat>
  <Paragraphs>868</Paragraphs>
  <Slides>81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90" baseType="lpstr">
      <vt:lpstr>Calibri</vt:lpstr>
      <vt:lpstr>Wingdings</vt:lpstr>
      <vt:lpstr>Arial</vt:lpstr>
      <vt:lpstr>Noto Mono</vt:lpstr>
      <vt:lpstr>Calibri Light</vt:lpstr>
      <vt:lpstr>Courier New</vt:lpstr>
      <vt:lpstr>Times New Roman</vt:lpstr>
      <vt:lpstr>Noto Sans</vt:lpstr>
      <vt:lpstr>Owl Tresys</vt:lpstr>
      <vt:lpstr>From CSV to Binary Data  Using DFDL and </vt:lpstr>
      <vt:lpstr>License</vt:lpstr>
      <vt:lpstr>Goals of this Training</vt:lpstr>
      <vt:lpstr>Day 1</vt:lpstr>
      <vt:lpstr>Day 2</vt:lpstr>
      <vt:lpstr>Day 3</vt:lpstr>
      <vt:lpstr>Assumptions - Prerequisites</vt:lpstr>
      <vt:lpstr>CSV Deep Dive</vt:lpstr>
      <vt:lpstr>CSV Deep Dive</vt:lpstr>
      <vt:lpstr>DFDL Core Concepts</vt:lpstr>
      <vt:lpstr>TEST/QA for DFDL Schemas</vt:lpstr>
      <vt:lpstr>Test Data Markup Language (TDML)</vt:lpstr>
      <vt:lpstr>Standard File System Layout</vt:lpstr>
      <vt:lpstr>Built-In Self Test (BIST)</vt:lpstr>
      <vt:lpstr>CSV-Like Data</vt:lpstr>
      <vt:lpstr>CSV - Change it, break it</vt:lpstr>
      <vt:lpstr>CSV - Enhancing it</vt:lpstr>
      <vt:lpstr>Named &amp; Typed Elements</vt:lpstr>
      <vt:lpstr>NameDOB1.dfdl.xsd</vt:lpstr>
      <vt:lpstr>NameDOB1.dfdl.xsd</vt:lpstr>
      <vt:lpstr>Different Kinds of Errors</vt:lpstr>
      <vt:lpstr>Discriminators More-Specific Diagnostics</vt:lpstr>
      <vt:lpstr>DFDL discriminators</vt:lpstr>
      <vt:lpstr>NameDOB2.dfdl.xsd</vt:lpstr>
      <vt:lpstr>NameDOB2.dfdl.xsd</vt:lpstr>
      <vt:lpstr>Negative Testing</vt:lpstr>
      <vt:lpstr>Quality Scale for Data</vt:lpstr>
      <vt:lpstr>Don't Accept Malformed Data</vt:lpstr>
      <vt:lpstr>Design to Exclude Malformed Data</vt:lpstr>
      <vt:lpstr>Well-Formed vs. Valid vs. Correct</vt:lpstr>
      <vt:lpstr>How to tell apart Well-Formed from Valid?</vt:lpstr>
      <vt:lpstr>Well-formed vs. Valid vs. Correct</vt:lpstr>
      <vt:lpstr>Is it Well-Formed If.....?</vt:lpstr>
      <vt:lpstr>Multiple Delimiters Canonical Form</vt:lpstr>
      <vt:lpstr>Allowing Commas inside Comma-sep data</vt:lpstr>
      <vt:lpstr>Using Multiple Terminators: nameDOB3</vt:lpstr>
      <vt:lpstr>Canonical Form is more Secure</vt:lpstr>
      <vt:lpstr>TDML Round Trip Parse/Unparse</vt:lpstr>
      <vt:lpstr>TDML Round Trip Parse/Unparse</vt:lpstr>
      <vt:lpstr>TDML Round Trip Parse/Unparse</vt:lpstr>
      <vt:lpstr>Escape Schemes</vt:lpstr>
      <vt:lpstr>Using Escape Schemes: nameDOB4</vt:lpstr>
      <vt:lpstr>Dynamic Delimiter</vt:lpstr>
      <vt:lpstr>Dynamic Terminator: nameDOB5</vt:lpstr>
      <vt:lpstr>Dynamic Terminator Variations</vt:lpstr>
      <vt:lpstr>dfdl:lengthKind and dfdl:lengthUnits</vt:lpstr>
      <vt:lpstr>Binary Data Optional Elements with Flags Packed Decimal</vt:lpstr>
      <vt:lpstr>Binary Data Concepts</vt:lpstr>
      <vt:lpstr>Binary Data Concepts</vt:lpstr>
      <vt:lpstr>Bit Order + Byte Order</vt:lpstr>
      <vt:lpstr>Bit Order + Byte Order</vt:lpstr>
      <vt:lpstr>More on Bit Order</vt:lpstr>
      <vt:lpstr>TDML Data via Bits and Bytes</vt:lpstr>
      <vt:lpstr>Binary Data 1: nameDOB6</vt:lpstr>
      <vt:lpstr>Binary Data 1: nameDOB6</vt:lpstr>
      <vt:lpstr>Binary Data Hidden Groups Output Value Calc</vt:lpstr>
      <vt:lpstr>Binary Data 2: nameDOB7</vt:lpstr>
      <vt:lpstr>Get REAL - DFDL Schema for NTP</vt:lpstr>
      <vt:lpstr>NTP - Network Time Protocol Messages</vt:lpstr>
      <vt:lpstr>NTP "Schema Project"</vt:lpstr>
      <vt:lpstr>Git/Github/Gitlab Best Practice</vt:lpstr>
      <vt:lpstr>Git Cheat Sheet</vt:lpstr>
      <vt:lpstr>Git Workflow </vt:lpstr>
      <vt:lpstr>NTP Packet Format</vt:lpstr>
      <vt:lpstr>Enums</vt:lpstr>
      <vt:lpstr>NTP Date/Times</vt:lpstr>
      <vt:lpstr>dfdl:lengthKind 'implicit' vs. 'explicit'</vt:lpstr>
      <vt:lpstr>Tasks</vt:lpstr>
      <vt:lpstr>Conclusion</vt:lpstr>
      <vt:lpstr>Review: Goals of this Training</vt:lpstr>
      <vt:lpstr>In Conclusion...</vt:lpstr>
      <vt:lpstr>END</vt:lpstr>
      <vt:lpstr>Reject Elements</vt:lpstr>
      <vt:lpstr>Reject Elements</vt:lpstr>
      <vt:lpstr>Reject Elements</vt:lpstr>
      <vt:lpstr>Filtering Structured Text</vt:lpstr>
      <vt:lpstr>Wrong! - Just a bypass</vt:lpstr>
      <vt:lpstr>Right - Parse Verifies Well-Formed</vt:lpstr>
      <vt:lpstr>Is this CSV variant Well-Formed ?</vt:lpstr>
      <vt:lpstr>Why is DFDL Needed? - ASN.1 ECN </vt:lpstr>
      <vt:lpstr>Things DFDL (v1.0 + BLOB) Does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Beckerle, Mike</dc:creator>
  <cp:lastModifiedBy>Beckerle, Mike</cp:lastModifiedBy>
  <cp:revision>1</cp:revision>
  <dcterms:created xsi:type="dcterms:W3CDTF">2025-11-19T22:33:40Z</dcterms:created>
  <dcterms:modified xsi:type="dcterms:W3CDTF">2025-11-24T21:53:32Z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0x010100AA43770EEE52CD41AF88844CFD8CFC1F</vt:lpwstr>
  </property>
  <property fmtid="{D5CDD505-2E9C-101B-9397-08002B2CF9AE}" pid="3" name="_ColorHex">
    <vt:lpwstr/>
  </property>
  <property fmtid="{D5CDD505-2E9C-101B-9397-08002B2CF9AE}" pid="4" name="_Emoji">
    <vt:lpwstr/>
  </property>
  <property fmtid="{D5CDD505-2E9C-101B-9397-08002B2CF9AE}" pid="5" name="ComplianceAssetId">
    <vt:lpwstr/>
  </property>
  <property fmtid="{D5CDD505-2E9C-101B-9397-08002B2CF9AE}" pid="6" name="_ColorTag">
    <vt:lpwstr/>
  </property>
  <property fmtid="{D5CDD505-2E9C-101B-9397-08002B2CF9AE}" pid="7" name="_activity">
    <vt:lpwstr>{"FileActivityType":"9","FileActivityTimeStamp":"2023-03-15T22:05:42.377Z","FileActivityUsersOnPage":[{"DisplayName":"Beckerle, Mike","Id":"mbeckerle@owlcyberdefense.com"}],"FileActivityNavigationId":null}</vt:lpwstr>
  </property>
  <property fmtid="{D5CDD505-2E9C-101B-9397-08002B2CF9AE}" pid="8" name="xd_Prog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GUID">
    <vt:lpwstr>9168c58c-4a65-49c7-bfad-dc0317203383</vt:lpwstr>
  </property>
  <property fmtid="{D5CDD505-2E9C-101B-9397-08002B2CF9AE}" pid="13" name="xd_Signature">
    <vt:bool>false</vt:bool>
  </property>
</Properties>
</file>